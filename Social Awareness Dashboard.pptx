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4" r:id="rId3"/>
    <p:sldId id="257" r:id="rId4"/>
    <p:sldId id="258" r:id="rId5"/>
    <p:sldId id="269" r:id="rId6"/>
    <p:sldId id="271" r:id="rId7"/>
    <p:sldId id="270" r:id="rId8"/>
    <p:sldId id="272" r:id="rId9"/>
    <p:sldId id="273" r:id="rId10"/>
    <p:sldId id="277" r:id="rId11"/>
    <p:sldId id="278" r:id="rId12"/>
    <p:sldId id="260" r:id="rId13"/>
    <p:sldId id="275" r:id="rId14"/>
    <p:sldId id="27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9CA8-920E-728B-C45D-EDFE96CE9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078787"/>
            <a:ext cx="8825658" cy="1325366"/>
          </a:xfrm>
        </p:spPr>
        <p:txBody>
          <a:bodyPr/>
          <a:lstStyle/>
          <a:p>
            <a:r>
              <a:rPr lang="en-IN" dirty="0"/>
              <a:t>Social Awareness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B85F5-F403-C0EC-FC9F-1197971CD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61007"/>
            <a:ext cx="8825658" cy="34007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THEME:</a:t>
            </a:r>
            <a:r>
              <a:rPr lang="en-US" dirty="0">
                <a:solidFill>
                  <a:schemeClr val="tx1"/>
                </a:solidFill>
              </a:rPr>
              <a:t> Social Awareness AND PUBLIC DATA VISUALISATION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Prepared by: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Team vanguard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institute: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Technosavvys</a:t>
            </a:r>
            <a:r>
              <a:rPr lang="en-US" dirty="0">
                <a:solidFill>
                  <a:schemeClr val="tx1"/>
                </a:solidFill>
              </a:rPr>
              <a:t> institute </a:t>
            </a:r>
            <a:r>
              <a:rPr lang="en-US" dirty="0" err="1">
                <a:solidFill>
                  <a:schemeClr val="tx1"/>
                </a:solidFill>
              </a:rPr>
              <a:t>pvt</a:t>
            </a:r>
            <a:r>
              <a:rPr lang="en-US" dirty="0">
                <a:solidFill>
                  <a:schemeClr val="tx1"/>
                </a:solidFill>
              </a:rPr>
              <a:t>  ltd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Overview: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AI-driven dashboard promoting awareness on key social issues through real-time data and visual insights.</a:t>
            </a:r>
          </a:p>
          <a:p>
            <a:r>
              <a:rPr lang="en-IN" b="1" dirty="0">
                <a:solidFill>
                  <a:schemeClr val="tx1"/>
                </a:solidFill>
              </a:rPr>
              <a:t>Tools &amp; TECHNOLOGIES:</a:t>
            </a:r>
          </a:p>
          <a:p>
            <a:r>
              <a:rPr lang="en-IN" dirty="0">
                <a:solidFill>
                  <a:schemeClr val="tx1"/>
                </a:solidFill>
              </a:rPr>
              <a:t>Python | Flask | HTML | CSS | JavaScript | Data Analysis |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80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6F65-2374-7980-413A-EA0FB4EC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Acknowledgment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8CBD-C67D-14F7-BF53-922E5E640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Gratitude to </a:t>
            </a:r>
            <a:r>
              <a:rPr lang="en-US" b="1" dirty="0" err="1"/>
              <a:t>TechnoSavvys</a:t>
            </a:r>
            <a:r>
              <a:rPr lang="en-US" b="1" dirty="0"/>
              <a:t> Institute</a:t>
            </a:r>
            <a:r>
              <a:rPr lang="en-US" dirty="0"/>
              <a:t> </a:t>
            </a:r>
            <a:r>
              <a:rPr lang="en-US" b="1" dirty="0"/>
              <a:t>Pvt. Ltd. </a:t>
            </a:r>
            <a:r>
              <a:rPr lang="en-US" dirty="0"/>
              <a:t>for organizing the hackathon and providing the opportunity to innovate.</a:t>
            </a:r>
          </a:p>
          <a:p>
            <a:pPr marL="0" indent="0">
              <a:buNone/>
            </a:pPr>
            <a:r>
              <a:rPr lang="en-US" b="1" dirty="0"/>
              <a:t>Team:</a:t>
            </a:r>
            <a:r>
              <a:rPr lang="en-US" dirty="0"/>
              <a:t> </a:t>
            </a:r>
            <a:r>
              <a:rPr lang="en-US" i="1" dirty="0"/>
              <a:t>Vanguard</a:t>
            </a:r>
            <a:br>
              <a:rPr lang="en-US" dirty="0"/>
            </a:br>
            <a:r>
              <a:rPr lang="en-US" b="1" dirty="0"/>
              <a:t>Team Leader:</a:t>
            </a:r>
            <a:r>
              <a:rPr lang="en-US" dirty="0"/>
              <a:t> </a:t>
            </a:r>
            <a:r>
              <a:rPr lang="en-US" i="1" dirty="0"/>
              <a:t>Bhoomika Sahu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83613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ED3E-B968-48AD-35C3-A0157C9E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5BAF-0535-5907-55C6-924E2624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887038"/>
            <a:ext cx="8995912" cy="3132762"/>
          </a:xfrm>
        </p:spPr>
        <p:txBody>
          <a:bodyPr>
            <a:normAutofit/>
          </a:bodyPr>
          <a:lstStyle/>
          <a:p>
            <a:r>
              <a:rPr lang="en-US" sz="2000" dirty="0"/>
              <a:t>Lack of centralized awareness visualization about key social issues </a:t>
            </a:r>
            <a:r>
              <a:rPr lang="en-US" sz="2000" i="1" dirty="0"/>
              <a:t>(environment, health, safety, sanitation, etc.)</a:t>
            </a:r>
            <a:endParaRPr lang="en-US" sz="2000" dirty="0"/>
          </a:p>
          <a:p>
            <a:r>
              <a:rPr lang="en-US" sz="2000" dirty="0"/>
              <a:t>Data is scattered, making it difficult for citizens and authorities to track real-time insights.</a:t>
            </a:r>
          </a:p>
          <a:p>
            <a:r>
              <a:rPr lang="en-US" sz="2000" dirty="0"/>
              <a:t>Absence of AI-driven tools for analyzing and classifying social data effectively.</a:t>
            </a:r>
          </a:p>
        </p:txBody>
      </p:sp>
    </p:spTree>
    <p:extLst>
      <p:ext uri="{BB962C8B-B14F-4D97-AF65-F5344CB8AC3E}">
        <p14:creationId xmlns:p14="http://schemas.microsoft.com/office/powerpoint/2010/main" val="60818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B2AE-5945-AECC-7074-E27FE97E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CF22-2574-AD4B-6699-68ABDA686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845942"/>
            <a:ext cx="8761412" cy="3174714"/>
          </a:xfrm>
        </p:spPr>
        <p:txBody>
          <a:bodyPr>
            <a:norm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AI-driven dashboard</a:t>
            </a:r>
            <a:r>
              <a:rPr lang="en-US" sz="2000" dirty="0"/>
              <a:t> providing data-driven insights for social awareness.</a:t>
            </a:r>
          </a:p>
          <a:p>
            <a:r>
              <a:rPr lang="en-US" sz="2000" dirty="0"/>
              <a:t>Integrates </a:t>
            </a:r>
            <a:r>
              <a:rPr lang="en-US" sz="2000" b="1" dirty="0"/>
              <a:t>multiple data sources</a:t>
            </a:r>
            <a:r>
              <a:rPr lang="en-US" sz="2000" dirty="0"/>
              <a:t> to present visual and analytical summaries.</a:t>
            </a:r>
          </a:p>
          <a:p>
            <a:r>
              <a:rPr lang="en-US" sz="2000" dirty="0"/>
              <a:t>Offers </a:t>
            </a:r>
            <a:r>
              <a:rPr lang="en-US" sz="2000" b="1" dirty="0"/>
              <a:t>real-time tracking</a:t>
            </a:r>
            <a:r>
              <a:rPr lang="en-US" sz="2000" dirty="0"/>
              <a:t> and actionable insights to support informed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93410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434F-13BF-2A82-DAC1-62AEEA02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31DF9-8C67-57CE-C651-2DF5CCDEC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Enhance </a:t>
            </a:r>
            <a:r>
              <a:rPr lang="en-IN" sz="2000" b="1" dirty="0"/>
              <a:t>public understanding</a:t>
            </a:r>
            <a:r>
              <a:rPr lang="en-IN" sz="2000" dirty="0"/>
              <a:t> of social issues through interactive visual data.</a:t>
            </a:r>
          </a:p>
          <a:p>
            <a:r>
              <a:rPr lang="en-IN" sz="2000" dirty="0"/>
              <a:t>Enable </a:t>
            </a:r>
            <a:r>
              <a:rPr lang="en-IN" sz="2000" b="1" dirty="0"/>
              <a:t>authorities and NGOs</a:t>
            </a:r>
            <a:r>
              <a:rPr lang="en-IN" sz="2000" dirty="0"/>
              <a:t> to make informed, data-driven decisions.</a:t>
            </a:r>
          </a:p>
          <a:p>
            <a:r>
              <a:rPr lang="en-IN" sz="2000" dirty="0"/>
              <a:t>Utilize </a:t>
            </a:r>
            <a:r>
              <a:rPr lang="en-IN" sz="2000" b="1" dirty="0"/>
              <a:t>AI classification and analytics</a:t>
            </a:r>
            <a:r>
              <a:rPr lang="en-IN" sz="2000" dirty="0"/>
              <a:t> to detect emerging awareness trends.</a:t>
            </a:r>
          </a:p>
          <a:p>
            <a:r>
              <a:rPr lang="en-IN" sz="2000" dirty="0"/>
              <a:t>Deliver a </a:t>
            </a:r>
            <a:r>
              <a:rPr lang="en-IN" sz="2000" b="1" dirty="0"/>
              <a:t>centralized and user-friendly platform</a:t>
            </a:r>
            <a:r>
              <a:rPr lang="en-IN" sz="2000" dirty="0"/>
              <a:t> for transparent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63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E9ED-E4F6-0AB6-D345-293AB0CA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FD8C-7403-87C4-AEA1-C162B9DDC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Technologies Used:</a:t>
            </a:r>
            <a:endParaRPr lang="en-IN" dirty="0"/>
          </a:p>
          <a:p>
            <a:r>
              <a:rPr lang="en-IN" b="1" dirty="0"/>
              <a:t>Frontend:</a:t>
            </a:r>
            <a:r>
              <a:rPr lang="en-IN" dirty="0"/>
              <a:t> HTML, CSS, JavaScript</a:t>
            </a:r>
          </a:p>
          <a:p>
            <a:r>
              <a:rPr lang="en-IN" b="1" dirty="0"/>
              <a:t>Backend:</a:t>
            </a:r>
            <a:r>
              <a:rPr lang="en-IN" dirty="0"/>
              <a:t> Python Flask</a:t>
            </a:r>
          </a:p>
          <a:p>
            <a:r>
              <a:rPr lang="en-IN" b="1" dirty="0"/>
              <a:t>Data Analysis:</a:t>
            </a:r>
            <a:r>
              <a:rPr lang="en-IN" dirty="0"/>
              <a:t> Pandas, NumPy</a:t>
            </a:r>
          </a:p>
          <a:p>
            <a:r>
              <a:rPr lang="en-IN" b="1" dirty="0"/>
              <a:t>AI Model: </a:t>
            </a:r>
            <a:r>
              <a:rPr lang="en-IN" dirty="0"/>
              <a:t>AI Component (Classifier using Keywords)</a:t>
            </a:r>
          </a:p>
          <a:p>
            <a:r>
              <a:rPr lang="en-IN" b="1" dirty="0"/>
              <a:t>Visualization:</a:t>
            </a:r>
            <a:r>
              <a:rPr lang="en-IN" dirty="0"/>
              <a:t> Chart.js, Matplotlib, Seaborn</a:t>
            </a:r>
          </a:p>
        </p:txBody>
      </p:sp>
    </p:spTree>
    <p:extLst>
      <p:ext uri="{BB962C8B-B14F-4D97-AF65-F5344CB8AC3E}">
        <p14:creationId xmlns:p14="http://schemas.microsoft.com/office/powerpoint/2010/main" val="391752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DE99-5F37-E55B-762B-E95A67A1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D952-5F88-B733-4715-7C569402E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944542" cy="34163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Workflow Overview:</a:t>
            </a:r>
            <a:endParaRPr lang="en-US" dirty="0"/>
          </a:p>
          <a:p>
            <a:r>
              <a:rPr lang="en-US" b="1" dirty="0"/>
              <a:t>Data Collection</a:t>
            </a:r>
            <a:r>
              <a:rPr lang="en-US" dirty="0"/>
              <a:t> – Social awareness data gathered from surveys, reports, and online platforms.</a:t>
            </a:r>
          </a:p>
          <a:p>
            <a:r>
              <a:rPr lang="en-US" b="1" dirty="0"/>
              <a:t>Data Preprocessing</a:t>
            </a:r>
            <a:r>
              <a:rPr lang="en-US" dirty="0"/>
              <a:t> – Cleaning and transforming data for consistency and accuracy.</a:t>
            </a:r>
          </a:p>
          <a:p>
            <a:r>
              <a:rPr lang="en-US" b="1" dirty="0"/>
              <a:t>AI Classifier</a:t>
            </a:r>
            <a:r>
              <a:rPr lang="en-US" dirty="0"/>
              <a:t> – Uses keyword categories to classify issues (e.g., health, safety, sanitation, environment).</a:t>
            </a:r>
          </a:p>
          <a:p>
            <a:r>
              <a:rPr lang="en-US" b="1" dirty="0"/>
              <a:t>Data Visualization</a:t>
            </a:r>
            <a:r>
              <a:rPr lang="en-US" dirty="0"/>
              <a:t> – Flask backend sends processed data to the web dashboard.</a:t>
            </a:r>
          </a:p>
          <a:p>
            <a:r>
              <a:rPr lang="en-US" b="1" dirty="0"/>
              <a:t>User Interaction</a:t>
            </a:r>
            <a:r>
              <a:rPr lang="en-US" dirty="0"/>
              <a:t> – Admin and users explore charts, insights, and recommendations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05634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AB43-610E-E824-1F30-5DE250BB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F5BEB-D4C5-B2AD-B08D-B64747E0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Interactive Dashboard: </a:t>
            </a:r>
            <a:r>
              <a:rPr lang="en-US" dirty="0"/>
              <a:t>Real-time charts and summaries of social awareness data.</a:t>
            </a:r>
          </a:p>
          <a:p>
            <a:r>
              <a:rPr lang="en-US" b="1" dirty="0"/>
              <a:t>AI-based Classification:</a:t>
            </a:r>
            <a:r>
              <a:rPr lang="en-US" dirty="0"/>
              <a:t> Automatically groups issues by category using keyword analysis.</a:t>
            </a:r>
          </a:p>
          <a:p>
            <a:r>
              <a:rPr lang="en-US" b="1" dirty="0"/>
              <a:t>Admin Panel:</a:t>
            </a:r>
            <a:r>
              <a:rPr lang="en-US" dirty="0"/>
              <a:t> Secure access for managing and validating reports.</a:t>
            </a:r>
          </a:p>
          <a:p>
            <a:r>
              <a:rPr lang="en-US" b="1" dirty="0"/>
              <a:t>User-Friendly Interface:</a:t>
            </a:r>
            <a:r>
              <a:rPr lang="en-US" dirty="0"/>
              <a:t> Clean, responsive, and accessible design for all users.</a:t>
            </a:r>
          </a:p>
          <a:p>
            <a:r>
              <a:rPr lang="en-US" b="1" dirty="0"/>
              <a:t>Data Insights: </a:t>
            </a:r>
            <a:r>
              <a:rPr lang="en-US" dirty="0"/>
              <a:t>Visual trends that help authorities and citizens understand awareness levels.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8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3B65F-95F0-F68D-EE36-CE3A519D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EE5D7-A731-5B78-CBCE-3A2F4213E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Promotes </a:t>
            </a:r>
            <a:r>
              <a:rPr lang="en-US" b="1" dirty="0"/>
              <a:t>public awareness</a:t>
            </a:r>
            <a:r>
              <a:rPr lang="en-US" dirty="0"/>
              <a:t> through transparent and data-driven insights.</a:t>
            </a:r>
          </a:p>
          <a:p>
            <a:r>
              <a:rPr lang="en-US" dirty="0"/>
              <a:t>Helps </a:t>
            </a:r>
            <a:r>
              <a:rPr lang="en-US" b="1" dirty="0"/>
              <a:t>authorities and NGOs</a:t>
            </a:r>
            <a:r>
              <a:rPr lang="en-US" dirty="0"/>
              <a:t> identify priority areas for action.</a:t>
            </a:r>
          </a:p>
          <a:p>
            <a:r>
              <a:rPr lang="en-US" dirty="0"/>
              <a:t>Encourages </a:t>
            </a:r>
            <a:r>
              <a:rPr lang="en-US" b="1" dirty="0"/>
              <a:t>data-based decision-making</a:t>
            </a:r>
            <a:r>
              <a:rPr lang="en-US" dirty="0"/>
              <a:t> and social responsibility.</a:t>
            </a:r>
          </a:p>
          <a:p>
            <a:pPr marL="0" indent="0">
              <a:buNone/>
            </a:pPr>
            <a:r>
              <a:rPr lang="en-US" b="1" dirty="0"/>
              <a:t>Future Scope:</a:t>
            </a:r>
            <a:endParaRPr lang="en-US" dirty="0"/>
          </a:p>
          <a:p>
            <a:r>
              <a:rPr lang="en-US" dirty="0"/>
              <a:t>Integrate with </a:t>
            </a:r>
            <a:r>
              <a:rPr lang="en-US" b="1" dirty="0"/>
              <a:t>live government and NGO APIs</a:t>
            </a:r>
            <a:r>
              <a:rPr lang="en-US" dirty="0"/>
              <a:t> for real-time updates.</a:t>
            </a:r>
          </a:p>
          <a:p>
            <a:r>
              <a:rPr lang="en-US" dirty="0"/>
              <a:t>Expand to a </a:t>
            </a:r>
            <a:r>
              <a:rPr lang="en-US" b="1" dirty="0"/>
              <a:t>mobile-friendly</a:t>
            </a:r>
            <a:r>
              <a:rPr lang="en-US" dirty="0"/>
              <a:t> and </a:t>
            </a:r>
            <a:r>
              <a:rPr lang="en-US" b="1" dirty="0"/>
              <a:t>cloud-hosted</a:t>
            </a:r>
            <a:r>
              <a:rPr lang="en-US" dirty="0"/>
              <a:t> platform.</a:t>
            </a:r>
          </a:p>
          <a:p>
            <a:r>
              <a:rPr lang="en-US" dirty="0"/>
              <a:t>Add </a:t>
            </a:r>
            <a:r>
              <a:rPr lang="en-US" b="1" dirty="0"/>
              <a:t>advanced AI models</a:t>
            </a:r>
            <a:r>
              <a:rPr lang="en-US" dirty="0"/>
              <a:t> for predictive trend analysis and sentiment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403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52A9-DFFD-A6A8-8584-A7D040E8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6" y="595901"/>
            <a:ext cx="3380198" cy="1160980"/>
          </a:xfrm>
        </p:spPr>
        <p:txBody>
          <a:bodyPr/>
          <a:lstStyle/>
          <a:p>
            <a:r>
              <a:rPr lang="en-IN" sz="2800" dirty="0"/>
              <a:t>Login System Overview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E7BAB7-24FD-B41F-9E94-DFFFBBD16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730" t="12515" r="1473" b="5129"/>
          <a:stretch>
            <a:fillRect/>
          </a:stretch>
        </p:blipFill>
        <p:spPr>
          <a:xfrm>
            <a:off x="5363110" y="1880171"/>
            <a:ext cx="6000108" cy="393500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24389-3907-E5B5-967A-C6DD5E36C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546" y="1880171"/>
            <a:ext cx="3780890" cy="4212404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Centralized login popup for both users and admins.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Supports three main flows: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User Login – Registered users access platform features.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Admin Login – Restricted access for administrative tasks.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New User Signup – Easy registration for first-time users.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Ensures security, role-based access, and usability.</a:t>
            </a:r>
          </a:p>
        </p:txBody>
      </p:sp>
    </p:spTree>
    <p:extLst>
      <p:ext uri="{BB962C8B-B14F-4D97-AF65-F5344CB8AC3E}">
        <p14:creationId xmlns:p14="http://schemas.microsoft.com/office/powerpoint/2010/main" val="2485388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CD4-CDAD-87F2-D0EB-2AA7952D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Login, Admin Login, New User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44DE4-FC40-51AA-BCEF-0E2641687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12F54-D9B8-1276-1A28-A47DACA2F659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764CB-9D91-F74B-002A-B4CB5DE51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5B315C-8253-D13E-49F0-8837397E0D4F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DBBE61-A53B-8E75-2D19-C93F29346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47A522-3845-BD39-62C9-FDDBD08DE61C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E4E83F-B5A1-7EE1-6A36-7AA2E6D27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" b="4447"/>
          <a:stretch>
            <a:fillRect/>
          </a:stretch>
        </p:blipFill>
        <p:spPr>
          <a:xfrm>
            <a:off x="1144271" y="2617299"/>
            <a:ext cx="3120511" cy="34235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C85CF0-59A7-BA0F-281C-3F32F582F5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17"/>
          <a:stretch>
            <a:fillRect/>
          </a:stretch>
        </p:blipFill>
        <p:spPr>
          <a:xfrm>
            <a:off x="4493381" y="2603501"/>
            <a:ext cx="3176677" cy="34235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E54350-54C6-EFEB-43BB-7E2DB5751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248"/>
          <a:stretch>
            <a:fillRect/>
          </a:stretch>
        </p:blipFill>
        <p:spPr>
          <a:xfrm>
            <a:off x="7871051" y="2603501"/>
            <a:ext cx="3176678" cy="342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19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8796-A206-F9D6-AB4A-5711A3FD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4" y="750013"/>
            <a:ext cx="3739792" cy="945223"/>
          </a:xfrm>
        </p:spPr>
        <p:txBody>
          <a:bodyPr/>
          <a:lstStyle/>
          <a:p>
            <a:r>
              <a:rPr lang="en-IN" sz="3200" dirty="0"/>
              <a:t>Dashboard Preview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BE7B1-5EA3-8489-EC9E-E3236A192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7272" y="1921268"/>
            <a:ext cx="3924728" cy="3832260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Features Shown: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Interactive </a:t>
            </a:r>
            <a:r>
              <a:rPr lang="en-US" sz="2000" b="1" dirty="0">
                <a:solidFill>
                  <a:schemeClr val="bg1"/>
                </a:solidFill>
              </a:rPr>
              <a:t>charts and graphs</a:t>
            </a:r>
            <a:r>
              <a:rPr lang="en-US" sz="2000" dirty="0">
                <a:solidFill>
                  <a:schemeClr val="bg1"/>
                </a:solidFill>
              </a:rPr>
              <a:t> representing awareness topics.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Real-time </a:t>
            </a:r>
            <a:r>
              <a:rPr lang="en-US" sz="2000" b="1" dirty="0">
                <a:solidFill>
                  <a:schemeClr val="bg1"/>
                </a:solidFill>
              </a:rPr>
              <a:t>data insights</a:t>
            </a:r>
            <a:r>
              <a:rPr lang="en-US" sz="2000" dirty="0">
                <a:solidFill>
                  <a:schemeClr val="bg1"/>
                </a:solidFill>
              </a:rPr>
              <a:t> displayed through Flask dashboard.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Admin panel</a:t>
            </a:r>
            <a:r>
              <a:rPr lang="en-US" sz="2000" dirty="0">
                <a:solidFill>
                  <a:schemeClr val="bg1"/>
                </a:solidFill>
              </a:rPr>
              <a:t> for managing and categorizing social reports.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AI-based keyword classifier</a:t>
            </a:r>
            <a:r>
              <a:rPr lang="en-US" sz="2000" dirty="0">
                <a:solidFill>
                  <a:schemeClr val="bg1"/>
                </a:solidFill>
              </a:rPr>
              <a:t> for automatic issue tagging.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39C957-DA12-13D4-4803-741F41F82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35" r="825"/>
          <a:stretch>
            <a:fillRect/>
          </a:stretch>
        </p:blipFill>
        <p:spPr>
          <a:xfrm>
            <a:off x="4982966" y="1417834"/>
            <a:ext cx="7089170" cy="4335693"/>
          </a:xfrm>
        </p:spPr>
      </p:pic>
    </p:spTree>
    <p:extLst>
      <p:ext uri="{BB962C8B-B14F-4D97-AF65-F5344CB8AC3E}">
        <p14:creationId xmlns:p14="http://schemas.microsoft.com/office/powerpoint/2010/main" val="2208302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48EA-D20A-4B4D-198F-1FA99338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37" y="1017142"/>
            <a:ext cx="3647326" cy="780836"/>
          </a:xfrm>
        </p:spPr>
        <p:txBody>
          <a:bodyPr/>
          <a:lstStyle/>
          <a:p>
            <a:r>
              <a:rPr lang="en-IN" sz="3200" dirty="0"/>
              <a:t>Admin Login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85B08D-7F27-2758-662B-3134DDEC4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136" t="12572" r="20211"/>
          <a:stretch>
            <a:fillRect/>
          </a:stretch>
        </p:blipFill>
        <p:spPr>
          <a:xfrm>
            <a:off x="5947912" y="1684962"/>
            <a:ext cx="5089133" cy="400087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1DFFF-4D24-997E-4D7B-B6F0664D4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0836" y="2024010"/>
            <a:ext cx="3795413" cy="4000869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Provides secure access to administrative controls.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Built with HTML, CSS, and JavaScript.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Uses local authentication with predefined admin credentials.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Includes toast notifications for feedback (success/error).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</a:rPr>
              <a:t>“Show/Hide Password” feature for better usability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649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9C0F-F9BB-6701-C10F-2948F767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43" y="657546"/>
            <a:ext cx="3719245" cy="688369"/>
          </a:xfrm>
        </p:spPr>
        <p:txBody>
          <a:bodyPr/>
          <a:lstStyle/>
          <a:p>
            <a:r>
              <a:rPr lang="en-US" sz="2800" dirty="0"/>
              <a:t>Admin dashboard</a:t>
            </a:r>
            <a:endParaRPr lang="en-IN" sz="2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1369ADD-B9EF-37EA-17D4-003840C47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73" t="12139" r="6701"/>
          <a:stretch>
            <a:fillRect/>
          </a:stretch>
        </p:blipFill>
        <p:spPr>
          <a:xfrm>
            <a:off x="5003516" y="493160"/>
            <a:ext cx="4438436" cy="298721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71B8E-D112-1DED-BCFF-E39B159B5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1111" y="1869898"/>
            <a:ext cx="3626778" cy="4154982"/>
          </a:xfrm>
        </p:spPr>
        <p:txBody>
          <a:bodyPr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Displays all submitted reports with real-time status (Pending, Approved, Rejected).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Integrated interactive bar chart (Chart.js) for category-wise analytics.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Admin can approve/reject reports directly from dashboard.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Built using Flask backend + Chart.js frontend visualization.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</a:rPr>
              <a:t>Fully responsive and user-friendly interface.</a:t>
            </a:r>
            <a:endParaRPr lang="en-IN" sz="18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3C1104-6DCC-EAC7-4A67-D8BD2FD31F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58" t="13590" r="9043" b="-5266"/>
          <a:stretch>
            <a:fillRect/>
          </a:stretch>
        </p:blipFill>
        <p:spPr>
          <a:xfrm>
            <a:off x="7078895" y="3480372"/>
            <a:ext cx="4438436" cy="298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9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8052-BEDC-E77D-6226-DFFFE45F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5F17-6661-77C2-56BD-7FAD53BDE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Conclusion:</a:t>
            </a:r>
            <a:endParaRPr lang="en-US" dirty="0"/>
          </a:p>
          <a:p>
            <a:r>
              <a:rPr lang="en-US" sz="2000" dirty="0"/>
              <a:t>The </a:t>
            </a:r>
            <a:r>
              <a:rPr lang="en-US" sz="2000" b="1" dirty="0"/>
              <a:t>Social Awareness Dashboard</a:t>
            </a:r>
            <a:r>
              <a:rPr lang="en-US" sz="2000" dirty="0"/>
              <a:t> enhances visibility into real-world issues like environment, health, and safety.</a:t>
            </a:r>
          </a:p>
          <a:p>
            <a:r>
              <a:rPr lang="en-US" sz="2000" dirty="0"/>
              <a:t>Combines </a:t>
            </a:r>
            <a:r>
              <a:rPr lang="en-US" sz="2000" b="1" dirty="0"/>
              <a:t>AI-powered categorization</a:t>
            </a:r>
            <a:r>
              <a:rPr lang="en-US" sz="2000" dirty="0"/>
              <a:t> and </a:t>
            </a:r>
            <a:r>
              <a:rPr lang="en-US" sz="2000" b="1" dirty="0"/>
              <a:t>data visualization</a:t>
            </a:r>
            <a:r>
              <a:rPr lang="en-US" sz="2000" dirty="0"/>
              <a:t> for informed decision-making.</a:t>
            </a:r>
          </a:p>
          <a:p>
            <a:r>
              <a:rPr lang="en-US" sz="2000" dirty="0"/>
              <a:t>Provides a </a:t>
            </a:r>
            <a:r>
              <a:rPr lang="en-US" sz="2000" b="1" dirty="0"/>
              <a:t>centralized, user-friendly platform</a:t>
            </a:r>
            <a:r>
              <a:rPr lang="en-US" sz="2000" dirty="0"/>
              <a:t> to promote civic engagement and awareness.</a:t>
            </a:r>
          </a:p>
        </p:txBody>
      </p:sp>
    </p:spTree>
    <p:extLst>
      <p:ext uri="{BB962C8B-B14F-4D97-AF65-F5344CB8AC3E}">
        <p14:creationId xmlns:p14="http://schemas.microsoft.com/office/powerpoint/2010/main" val="3489627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048D-371F-A168-1FCC-7E19B249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675" y="1130157"/>
            <a:ext cx="9760450" cy="2413143"/>
          </a:xfrm>
        </p:spPr>
        <p:txBody>
          <a:bodyPr/>
          <a:lstStyle/>
          <a:p>
            <a:pPr algn="ctr"/>
            <a:r>
              <a:rPr lang="en-IN" sz="6600" b="1" dirty="0"/>
              <a:t>Thank You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E78C7-4D03-826B-02D6-F887EC61A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70" y="3418726"/>
            <a:ext cx="8825659" cy="266271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Team Member 1:</a:t>
            </a:r>
            <a:r>
              <a:rPr lang="en-IN" dirty="0"/>
              <a:t> </a:t>
            </a:r>
            <a:r>
              <a:rPr lang="en-IN" b="1" i="1" dirty="0"/>
              <a:t>Bhoomika Sahu ( Team Leader )</a:t>
            </a:r>
          </a:p>
          <a:p>
            <a:r>
              <a:rPr lang="en-US" b="1" i="1" dirty="0"/>
              <a:t>Team Member 2: Vipin Kumar Maurya</a:t>
            </a:r>
          </a:p>
          <a:p>
            <a:r>
              <a:rPr lang="en-US" b="1" i="1" dirty="0"/>
              <a:t>Team Member 3: Shashank Pal</a:t>
            </a:r>
          </a:p>
          <a:p>
            <a:r>
              <a:rPr lang="en-IN" b="1" dirty="0"/>
              <a:t>Team Member 4: Himanshu Patel</a:t>
            </a:r>
          </a:p>
          <a:p>
            <a:r>
              <a:rPr lang="en-IN" b="1" dirty="0"/>
              <a:t>Team Member 5: Altaf Ali</a:t>
            </a:r>
          </a:p>
          <a:p>
            <a:r>
              <a:rPr lang="en-IN" b="1" dirty="0"/>
              <a:t>Project:</a:t>
            </a:r>
            <a:r>
              <a:rPr lang="en-IN" dirty="0"/>
              <a:t> Social Awareness Dashboard</a:t>
            </a:r>
            <a:br>
              <a:rPr lang="en-IN" dirty="0"/>
            </a:br>
            <a:r>
              <a:rPr lang="en-IN" dirty="0"/>
              <a:t>📊 </a:t>
            </a:r>
            <a:r>
              <a:rPr lang="en-IN" i="1" dirty="0"/>
              <a:t>Tools:</a:t>
            </a:r>
            <a:r>
              <a:rPr lang="en-IN" dirty="0"/>
              <a:t> Python | Flask | Html | CSS | JavaScript | Data Analysis | AI</a:t>
            </a:r>
            <a:br>
              <a:rPr lang="en-IN" dirty="0"/>
            </a:br>
            <a:r>
              <a:rPr lang="en-IN" dirty="0"/>
              <a:t>💡 “</a:t>
            </a:r>
            <a:r>
              <a:rPr lang="en-US" dirty="0"/>
              <a:t>Data becomes powerful when it inspires awareness and action.</a:t>
            </a:r>
            <a:r>
              <a:rPr lang="en-IN" dirty="0"/>
              <a:t>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67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507</TotalTime>
  <Words>795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Century Gothic</vt:lpstr>
      <vt:lpstr>Wingdings</vt:lpstr>
      <vt:lpstr>Wingdings 3</vt:lpstr>
      <vt:lpstr>Ion Boardroom</vt:lpstr>
      <vt:lpstr>Social Awareness Dashboard</vt:lpstr>
      <vt:lpstr>Acknowledgment</vt:lpstr>
      <vt:lpstr>Problem Statement</vt:lpstr>
      <vt:lpstr>Proposed Solution</vt:lpstr>
      <vt:lpstr>Key Objectives</vt:lpstr>
      <vt:lpstr>Technology Stack</vt:lpstr>
      <vt:lpstr>System Architecture</vt:lpstr>
      <vt:lpstr>Key Features</vt:lpstr>
      <vt:lpstr>Impact &amp; Future Scope</vt:lpstr>
      <vt:lpstr>Login System Overview</vt:lpstr>
      <vt:lpstr>User Login, Admin Login, New User</vt:lpstr>
      <vt:lpstr>Dashboard Preview</vt:lpstr>
      <vt:lpstr>Admin Login</vt:lpstr>
      <vt:lpstr>Admin dashboard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Bhoomika Sahu</dc:creator>
  <cp:lastModifiedBy>Bhoomika Sahu</cp:lastModifiedBy>
  <cp:revision>61</cp:revision>
  <dcterms:created xsi:type="dcterms:W3CDTF">2025-10-24T15:28:43Z</dcterms:created>
  <dcterms:modified xsi:type="dcterms:W3CDTF">2025-11-12T19:54:46Z</dcterms:modified>
</cp:coreProperties>
</file>